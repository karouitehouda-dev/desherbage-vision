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EUPI-2026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de plantes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d'adventices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traitement d'images HSV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4389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UCA — Mars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Objectif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C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43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 d'essais INRAE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Réduire les herbicides chimiques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Caméras filmant les plaques de test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Plantes cultivées + adventices visibles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937760" y="1005840"/>
            <a:ext cx="3840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C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74920" y="1143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74920" y="160020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Détecter automatiquement les objets verts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Classer : plante (grande) ou adventice (petite)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Calculer les centres de gravité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Exporter images + fichier CSV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traitement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4630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C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097280"/>
            <a:ext cx="457200" cy="45720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1691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2240280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des images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dossier -i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737360" y="2606040"/>
            <a:ext cx="201168" cy="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38528" y="1005840"/>
            <a:ext cx="14630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C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41448" y="1097280"/>
            <a:ext cx="457200" cy="45720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41448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984248" y="1691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HSV + Flou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984248" y="2240280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HSV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GaussianBlur (1×1)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401568" y="2606040"/>
            <a:ext cx="201168" cy="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02736" y="1005840"/>
            <a:ext cx="14630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C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05656" y="1097280"/>
            <a:ext cx="457200" cy="45720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05656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648456" y="1691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Masque vert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48456" y="2240280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inRange HSV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+ close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65776" y="2606040"/>
            <a:ext cx="201168" cy="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66944" y="1005840"/>
            <a:ext cx="14630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C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769864" y="1097280"/>
            <a:ext cx="457200" cy="45720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69864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12664" y="1691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Contours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12664" y="2240280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findContours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Moments → cx, cy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729984" y="2606040"/>
            <a:ext cx="201168" cy="0"/>
          </a:xfrm>
          <a:prstGeom prst="line">
            <a:avLst/>
          </a:prstGeom>
          <a:noFill/>
          <a:ln w="25400">
            <a:solidFill>
              <a:srgbClr val="97BC6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31152" y="1005840"/>
            <a:ext cx="1463040" cy="320040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434072" y="1097280"/>
            <a:ext cx="457200" cy="45720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34072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976872" y="16916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976872" y="2240280"/>
            <a:ext cx="1371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PNG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CSV résultats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obtenus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1920240" cy="18288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515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images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73736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traitées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automatiquement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14600" y="960120"/>
            <a:ext cx="1920240" cy="18288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14600" y="10515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vert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514600" y="173736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(surface ≥ seuil)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1920240" cy="182880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10515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rouge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63440" y="173736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adventices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(surface &lt; seuil)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12280" y="960120"/>
            <a:ext cx="1920240" cy="182880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12280" y="10515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812280" y="173736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centres x,y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exportés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017520"/>
            <a:ext cx="84124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C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" y="3108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de sortie générés dans -o 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352044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im000_resultat.png  —  centres dessinés sur l'image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im000_masque.png / mask_plantes.png / mask_adventices.png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resultats.csv  —  image, type, x, y pour chaque objet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3A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54864" cy="50292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258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atteint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et classification automatiques fonctionnelles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54864" cy="50292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1945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Argparse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24688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utilisable en ligne de commande : -i, -o, -p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063240"/>
            <a:ext cx="54864" cy="50292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063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Sorties complètes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800" y="33375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annotées, masques séparés et fichier CSV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931920"/>
            <a:ext cx="54864" cy="50292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9319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Améliorations possibles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85800" y="4206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Affiner les seuils HSV, ajouter un rapport PDF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 votre attention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2026-03-31T22:21:40Z</dcterms:created>
  <dcterms:modified xsi:type="dcterms:W3CDTF">2026-03-31T22:21:40Z</dcterms:modified>
</cp:coreProperties>
</file>